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FF9D3D-1EB6-489E-89A6-AF07C5226CA4}">
  <a:tblStyle styleId="{0FFF9D3D-1EB6-489E-89A6-AF07C5226C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17541"/>
            <a:ext cx="1905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91645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Framework de Cambio de Talla y Conteo PI11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447901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Metodología de Gestión T-1, T-0, T+1 para Kimberly-Clark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9300"/>
            <a:ext cx="3492549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19300"/>
            <a:ext cx="3492549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19300"/>
            <a:ext cx="3492549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EL CICLO DE GESTIÓN T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72557" y="3286125"/>
            <a:ext cx="22902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T-1: Preparación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94335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Aseguramiento de recursos, kits de herramientas y pre-configuración de sistemas de conteo.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070871" y="328612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T-0: Ejecución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30799" y="394335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Paro de máquina, transición mecánica, sincronización de software y validación del primer pañal.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94164" y="3286125"/>
            <a:ext cx="21602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T+1: Evaluación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09099" y="394335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Análisis de performance, conciliación de inventario y estandarización de lecciones aprendidas.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6725" y="253365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5336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5336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619750" y="2066925"/>
            <a:ext cx="952500" cy="571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555432" y="2409825"/>
            <a:ext cx="908113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FASE T-1: PREPARACIÓN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571875" y="34385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Garantizando "Cero Sorpresas" antes del evento principal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GESTIÓN DEL KIT DE CAMBIO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71675"/>
            <a:ext cx="23622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76300" y="26574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26574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Staging de Herramientas: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Verificación física del kit de cambio (dados, cuchillas, guías).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76300" y="32670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2670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Pre-configuración Digital: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Verificación de la receta en el HMI para la nueva talla.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76300" y="38766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38766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Checklist de Sensores: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Inspección de limpieza en sensores ópticos y encoders de conteo.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76300" y="44862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44862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Reunión de Alineación: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Handshake entre equipos de mantenimiento y producción.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5619750" y="2066925"/>
            <a:ext cx="952500" cy="571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2045493" y="2409825"/>
            <a:ext cx="810101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FASE T-0: EJECUCIÓN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862387" y="3438525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Sincronización de Tiempos y Precisión de Sistemas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762000" y="762000"/>
            <a:ext cx="50006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TRANSICIÓN MECÁNICA PI11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71500" y="762000"/>
            <a:ext cx="76200" cy="1028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23145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3622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Metodología SMED (Internal Tasks):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76300" y="300990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52500" y="30099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Ajuste de guías laterales y rodillos formadores según el nuevo blueprint.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76300" y="361950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52500" y="36195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Cambio de módulos de corte y aplicación de adhesivo.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76300" y="4229100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52500" y="42291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Sincronización de Conteo: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Reset de contadores de software y vinculación con la embolsadora automática.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1712"/>
            <a:ext cx="5286375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VALIDACIÓN DEL PRIMER PAÑAL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57250" y="2557462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Validación de Sistemas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57250" y="3024187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Durante el arranque (Ramp-up), se debe ejecutar el protocolo de </a:t>
            </a: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"Golden Run"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971675"/>
            <a:ext cx="19812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162050" y="382428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238250" y="382428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Conteo físico de los primeros 100 pañales vs. lectura del HMI.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62050" y="443388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238250" y="443388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Verificación de la señal de trigger entre el sensor de salida y el contador de bolsas.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5619750" y="2066925"/>
            <a:ext cx="952500" cy="571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780460" y="2409825"/>
            <a:ext cx="863107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FASE T+1: EVALUACIÓN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157662" y="3438525"/>
            <a:ext cx="387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Análisis de Datos y Estabilización de la Línea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11049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ANÁLISIS DE ESTABILIZACIÓN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56292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Visualización de la rampa de velocidad y reducción de paros menores post-cambio.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CONCILIACIÓN DE INVENTARIO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28860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 cierre de la reunión T+1 debe validar la integridad de los datos:</a:t>
            </a:r>
            <a:endParaRPr/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71675"/>
            <a:ext cx="12858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876300" y="36861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952500" y="36861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Conteo SAP vs Físico: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¿La cantidad de pañales producidos coincide con las bolsas paletizadas?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876300" y="4295775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52500" y="42957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Open Sans"/>
                <a:ea typeface="Open Sans"/>
                <a:cs typeface="Open Sans"/>
                <a:sym typeface="Open Sans"/>
              </a:rPr>
              <a:t>Diferencia de Merma (Scrap):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Análisis de desperdicio generado durante el ajuste de sensores.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KPIS DE ÉXITO EN CAMBIO DE TALLA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23"/>
          <p:cNvGraphicFramePr/>
          <p:nvPr/>
        </p:nvGraphicFramePr>
        <p:xfrm>
          <a:off x="571500" y="238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{0FFF9D3D-1EB6-489E-89A6-AF07C5226CA4}</a:tableStyleId>
              </a:tblPr>
              <a:tblGrid>
                <a:gridCol w="3501775"/>
                <a:gridCol w="3165875"/>
                <a:gridCol w="438135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Indicador (KPI)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 Metodológico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Impacto PI11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Downtime Cambio Talla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90 Minutos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Aumento de Disponibilidad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 de Conteo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Reducción de Reclamaciones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Scrap de Arranque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Optimización de Materia Prima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Tiempo a Full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30 Minutos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Estabilización del Proceso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3"/>
          <p:cNvSpPr/>
          <p:nvPr/>
        </p:nvSpPr>
        <p:spPr>
          <a:xfrm>
            <a:off x="571500" y="3557587"/>
            <a:ext cx="35017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4073276" y="3557587"/>
            <a:ext cx="3165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7239148" y="3557587"/>
            <a:ext cx="4381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71500" y="4157662"/>
            <a:ext cx="35017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073276" y="4157662"/>
            <a:ext cx="3165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7239148" y="4157662"/>
            <a:ext cx="4381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71500" y="4757737"/>
            <a:ext cx="35017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073276" y="4757737"/>
            <a:ext cx="3165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239148" y="4757737"/>
            <a:ext cx="4381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71500" y="5357812"/>
            <a:ext cx="35017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073276" y="5357812"/>
            <a:ext cx="3165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7239148" y="5357812"/>
            <a:ext cx="4381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295275" y="57150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143247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Diseño del Framework PI11 - Mejora Continua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224016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Equipo de Mejora de Procesos | Kimberly-Clark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857875" y="2735460"/>
            <a:ext cx="47625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571500" y="571500"/>
            <a:ext cx="76200" cy="5143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221277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299754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71500" y="37823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29880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29880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7727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7727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45575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45575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200"/>
            <a:ext cx="14097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66875" y="235565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https://img.kwcdn.com/product/fancy/89fdf842-031c-4f5f-81db-5cd8b0eb7986.jpg?imageMogr2/auto-orient%7CimageView2/2/w/800/q/70/format/webp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66875" y="260136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www.temu.com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469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66875" y="314042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https://www.cnwelldone.com/wp-content/uploads/2024/09/file_01727430404392.png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66875" y="33861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www.cnwelldone.com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1741"/>
            <a:ext cx="1981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39251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https://www.rocktech.com.hk/wp-content/uploads/2025/12/industrial-glove-touchscreen-operation-1024x683.jpg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41709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www.rocktech.com.hk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156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470996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https://static.vecteezy.com/system/resources/previews/032/625/139/non_2x/warehouse-operative-looking-at-checklist-on-clipboard-and-counting-goods-boxes-shipping-company-worker-doing-restock-and-checking-inventory-audit-in-distribution-department-stockroom-photo.jpg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51537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